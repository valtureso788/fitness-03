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1828800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фитнес-клуба</a:t>
            </a:r>
            <a:r>
              <a:rPr dirty="0"/>
              <a:t> </a:t>
            </a:r>
            <a:endParaRPr lang="ru-RU" dirty="0"/>
          </a:p>
          <a:p>
            <a:pPr algn="ctr">
              <a:defRPr sz="4400" b="1">
                <a:solidFill>
                  <a:srgbClr val="00E5FF"/>
                </a:solidFill>
                <a:latin typeface="Times New Roman"/>
              </a:defRPr>
            </a:pPr>
            <a:r>
              <a:rPr dirty="0"/>
              <a:t>«</a:t>
            </a:r>
            <a:r>
              <a:rPr dirty="0" err="1"/>
              <a:t>FitClub</a:t>
            </a:r>
            <a:r>
              <a:rPr dirty="0"/>
              <a:t>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A4AE"/>
                </a:solidFill>
                <a:latin typeface="Times New Roman"/>
              </a:defRPr>
            </a:pPr>
            <a:r>
              <a:rPr sz="2400" dirty="0" err="1"/>
              <a:t>Абонементы</a:t>
            </a:r>
            <a:r>
              <a:rPr sz="2400" dirty="0"/>
              <a:t>    </a:t>
            </a:r>
            <a:r>
              <a:rPr sz="2400" dirty="0" err="1"/>
              <a:t>Тренировки</a:t>
            </a:r>
            <a:r>
              <a:rPr sz="2400" dirty="0"/>
              <a:t>   </a:t>
            </a:r>
            <a:r>
              <a:rPr sz="2400" dirty="0" err="1"/>
              <a:t>Посещаемость</a:t>
            </a:r>
            <a:endParaRPr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114800" y="429768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A4AE"/>
                </a:solidFill>
                <a:latin typeface="Times New Roman"/>
              </a:defRPr>
            </a:pPr>
            <a:r>
              <a:rPr dirty="0" err="1"/>
              <a:t>Выполнил</a:t>
            </a:r>
            <a:r>
              <a:rPr dirty="0"/>
              <a:t>:</a:t>
            </a:r>
            <a:r>
              <a:rPr lang="ru-RU" dirty="0"/>
              <a:t> Сухинин А. В.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Проблема и предметная область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252"/>
                </a:solidFill>
                <a:latin typeface="Times New Roman"/>
              </a:defRPr>
            </a:pPr>
            <a:r>
              <a:rPr dirty="0" err="1"/>
              <a:t>Проблема</a:t>
            </a:r>
            <a:r>
              <a:rPr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Запись по телефону или лично — очереди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Ручной учёт — ошибки и потеря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Нет информации об остатке занятий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Невозможность оперативных уведомлений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Times New Roman"/>
              </a:defRPr>
            </a:pPr>
            <a:r>
              <a:t>Решение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Онлайн-запись в 1 клик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Автоматический учёт посещаемости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Отображение остатка занятий в ЛК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Уведомления и отчёты в реальном времени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252350"/>
              </p:ext>
            </p:extLst>
          </p:nvPr>
        </p:nvGraphicFramePr>
        <p:xfrm>
          <a:off x="548640" y="4846320"/>
          <a:ext cx="1106423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2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Роль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Описание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Ключевые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потребности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Клиент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Посетитель клуба, 20–45 лет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Быстрая запись, остаток занятий, уведомления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Тренер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Инструктор, 25–40 лет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Электронная ведомость, список записавшихся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Администратор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Менеджер клуба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Управление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расписанием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отчёты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Требования и проектные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требования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Авторизация по email/паролю с ролями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Просмотр расписания с индикацией мест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Запись/отмена записи на тренировку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Покупка и управление абонементами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Формирование отчётов для админа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Адаптивный, интуитивный интерфейс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Технологический</a:t>
            </a:r>
            <a:r>
              <a:rPr dirty="0"/>
              <a:t> </a:t>
            </a:r>
            <a:r>
              <a:rPr dirty="0" err="1"/>
              <a:t>стек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Frontend: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HTML5 + CSS3 + 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Архитектура: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SPA (Single Page App)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Дизайн: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Dark Theme, Glassmorphism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Данные: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JavaScript in-memory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Контроль версий: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Git +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Модель: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t>Каскадная (Waterfall)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HTML5  ·  CSS3  ·  JavaScript ES6+  ·  Git  ·  GitHub  ·  Mermaid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5987" y="392369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программной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A4AE"/>
                </a:solidFill>
                <a:latin typeface="Times New Roman"/>
              </a:defRPr>
            </a:pPr>
            <a:r>
              <a:rPr dirty="0"/>
              <a:t>7 </a:t>
            </a:r>
            <a:r>
              <a:rPr dirty="0" err="1"/>
              <a:t>классов</a:t>
            </a:r>
            <a:r>
              <a:rPr dirty="0"/>
              <a:t>   5 </a:t>
            </a:r>
            <a:r>
              <a:rPr dirty="0" err="1"/>
              <a:t>модулей</a:t>
            </a:r>
            <a:r>
              <a:rPr dirty="0"/>
              <a:t>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655045"/>
              </p:ext>
            </p:extLst>
          </p:nvPr>
        </p:nvGraphicFramePr>
        <p:xfrm>
          <a:off x="5110094" y="2465493"/>
          <a:ext cx="5120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Модуль</a:t>
                      </a:r>
                      <a:endParaRPr dirty="0"/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Times New Roman"/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Авторизация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Вход, проверка email/пароля/роли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Расписание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Отображение и фильтрация тренировок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Абонементы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Покупка, отображение остатка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Записи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Бронирование, отмена, отметка явки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t>Отчёты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FD8DC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Статистика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посещаемости</a:t>
                      </a:r>
                      <a:r>
                        <a:rPr dirty="0"/>
                        <a:t> и </a:t>
                      </a:r>
                      <a:r>
                        <a:rPr dirty="0" err="1"/>
                        <a:t>продаж</a:t>
                      </a:r>
                      <a:endParaRPr dirty="0"/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42733" y="5681990"/>
            <a:ext cx="8855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dirty="0" err="1"/>
              <a:t>Классы</a:t>
            </a:r>
            <a:r>
              <a:rPr dirty="0"/>
              <a:t>: User → Client / Coach / Admin (</a:t>
            </a:r>
            <a:r>
              <a:rPr dirty="0" err="1"/>
              <a:t>наследование</a:t>
            </a:r>
            <a:r>
              <a:rPr dirty="0"/>
              <a:t>) · Subscription · Training · Booking    |    </a:t>
            </a:r>
            <a:r>
              <a:rPr dirty="0" err="1"/>
              <a:t>Интеграция</a:t>
            </a:r>
            <a:r>
              <a:rPr dirty="0"/>
              <a:t>: Bottom-Up (</a:t>
            </a:r>
            <a:r>
              <a:rPr dirty="0" err="1"/>
              <a:t>снизу</a:t>
            </a:r>
            <a:r>
              <a:rPr dirty="0"/>
              <a:t> </a:t>
            </a:r>
            <a:r>
              <a:rPr dirty="0" err="1"/>
              <a:t>вверх</a:t>
            </a:r>
            <a:r>
              <a:rPr dirty="0"/>
              <a:t>)</a:t>
            </a:r>
          </a:p>
        </p:txBody>
      </p:sp>
      <p:pic>
        <p:nvPicPr>
          <p:cNvPr id="11" name="Picture 10" descr="ne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427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Реализация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5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Times New Roman"/>
              </a:defRPr>
            </a:pPr>
            <a:r>
              <a:t>Файла приложения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5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Times New Roman"/>
              </a:defRPr>
            </a:pPr>
            <a:r>
              <a:t>Модулей системы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5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Times New Roman"/>
              </a:defRPr>
            </a:pPr>
            <a:r>
              <a:t>Этапов практики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sz="1600"/>
              <a:t>index.html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3192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Главная страница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sz="1600"/>
              <a:t>index.css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434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 dirty="0" err="1"/>
              <a:t>Стили</a:t>
            </a:r>
            <a:r>
              <a:rPr sz="1600" dirty="0"/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sz="1600"/>
              <a:t>app.js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754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 dirty="0" err="1"/>
              <a:t>Логика</a:t>
            </a:r>
            <a:r>
              <a:rPr sz="1600" dirty="0"/>
              <a:t> </a:t>
            </a:r>
            <a:r>
              <a:rPr sz="1600" dirty="0" err="1"/>
              <a:t>приложения</a:t>
            </a:r>
            <a:r>
              <a:rPr sz="1600" dirty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sz="1600"/>
              <a:t>data.js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16636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 dirty="0" err="1"/>
              <a:t>Данные</a:t>
            </a:r>
            <a:r>
              <a:rPr sz="1600" dirty="0"/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Особенности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675120" y="39319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▸  Dark Theme с эффектом стекла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434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▸  Адаптивная вёрстка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▸  Анимации переходов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1663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8DC"/>
                </a:solidFill>
                <a:latin typeface="Times New Roman"/>
              </a:defRPr>
            </a:pPr>
            <a:r>
              <a:rPr sz="1600"/>
              <a:t>▸  Цветовая индикация заполненности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Проверка качества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Тест-кейсов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Пройдено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Критических ошибок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554737"/>
              </p:ext>
            </p:extLst>
          </p:nvPr>
        </p:nvGraphicFramePr>
        <p:xfrm>
          <a:off x="548640" y="310896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t>Модуль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Проверяемый функционал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Кол-во тестов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Пользователи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Авторизация, валидация полей, роли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 теста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Записи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Бронирование, отмена, лимиты мест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 тестов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Абонементы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Покупка, заморозка, списание занятий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 теста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Расписание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Создание тренировок, фильтрация дат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 теста</a:t>
                      </a:r>
                    </a:p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ИНТЕГРАЦИЯ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Полный цикл (от входа до посещения)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 сценарий</a:t>
                      </a:r>
                    </a:p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955279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Times New Roman"/>
              </a:defRPr>
            </a:pPr>
            <a:r>
              <a:t>Виды тестирования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Times New Roman"/>
              </a:defRPr>
            </a:pPr>
            <a:r>
              <a:t>Модульное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Times New Roman"/>
              </a:defRPr>
            </a:pPr>
            <a:r>
              <a:t>Отдельные функции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Times New Roman"/>
              </a:defRPr>
            </a:pPr>
            <a:r>
              <a:t>Интеграционное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Times New Roman"/>
              </a:defRPr>
            </a:pPr>
            <a:r>
              <a:t>Взаимодействие модулей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Times New Roman"/>
              </a:defRPr>
            </a:pPr>
            <a:r>
              <a:t>UI-тестирование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Times New Roman"/>
              </a:defRPr>
            </a:pPr>
            <a:r>
              <a:t>Корректность интерфейса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6692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Times New Roman"/>
              </a:defRPr>
            </a:pPr>
            <a:r>
              <a:t>Регрессионное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A4AE"/>
                </a:solidFill>
                <a:latin typeface="Times New Roman"/>
              </a:defRPr>
            </a:pPr>
            <a:r>
              <a:t>Отсутствие новых ошибок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Демонстрация</a:t>
            </a:r>
            <a:endParaRPr dirty="0"/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89354"/>
            <a:ext cx="4160520" cy="22882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2560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Экран авторизации</a:t>
            </a:r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433" y="1689354"/>
            <a:ext cx="4197925" cy="23088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1575" y="248114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Личный</a:t>
            </a:r>
            <a:r>
              <a:rPr dirty="0"/>
              <a:t> </a:t>
            </a:r>
            <a:r>
              <a:rPr dirty="0" err="1"/>
              <a:t>кабинет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  <p:pic>
        <p:nvPicPr>
          <p:cNvPr id="12" name="Picture 11" descr="sche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249674"/>
            <a:ext cx="4160520" cy="22882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5120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t>Расписание тренировок</a:t>
            </a:r>
          </a:p>
        </p:txBody>
      </p:sp>
      <p:pic>
        <p:nvPicPr>
          <p:cNvPr id="15" name="Picture 14" descr="admi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36" y="4249672"/>
            <a:ext cx="4160522" cy="22882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881358" y="5028057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Times New Roman"/>
              </a:defRPr>
            </a:pPr>
            <a:r>
              <a:rPr dirty="0" err="1"/>
              <a:t>Панель</a:t>
            </a:r>
            <a:r>
              <a:rPr dirty="0"/>
              <a:t> </a:t>
            </a:r>
            <a:r>
              <a:rPr dirty="0" err="1"/>
              <a:t>администратора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FF"/>
                </a:solidFill>
                <a:latin typeface="Times New Roman"/>
              </a:defRPr>
            </a:pPr>
            <a: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E5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Этапов выполнено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E5FF"/>
                </a:solidFill>
                <a:latin typeface="Times New Roman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Тестов пройдено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E5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  <a:latin typeface="Times New Roman"/>
              </a:defRPr>
            </a:pPr>
            <a:r>
              <a:t>Роли в системе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Times New Roman"/>
              </a:defRPr>
            </a:pPr>
            <a:r>
              <a:rPr dirty="0" err="1"/>
              <a:t>Выполнено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Веб-приложение для 3 ролей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12 этапов учебной практики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17 тест-кейсов (100%)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Полная документация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Код размещён на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Times New Roman"/>
              </a:defRPr>
            </a:pPr>
            <a:r>
              <a:rPr dirty="0" err="1"/>
              <a:t>Перспективы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6751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Push-уведомления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Мобильное приложение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Интеграция с 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FD8DC"/>
                </a:solidFill>
                <a:latin typeface="Times New Roman"/>
              </a:defRPr>
            </a:pPr>
            <a:r>
              <a:t>▸  Онлайн-оплата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A4AE"/>
                </a:solidFill>
                <a:latin typeface="Times New Roman"/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434</Words>
  <Application>Microsoft Office PowerPoint</Application>
  <PresentationFormat>Широкоэкранный</PresentationFormat>
  <Paragraphs>149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Windows</cp:lastModifiedBy>
  <cp:revision>6</cp:revision>
  <dcterms:created xsi:type="dcterms:W3CDTF">2013-01-27T09:14:16Z</dcterms:created>
  <dcterms:modified xsi:type="dcterms:W3CDTF">2026-05-04T07:45:16Z</dcterms:modified>
  <cp:category/>
</cp:coreProperties>
</file>